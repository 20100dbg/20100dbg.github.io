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3" r:id="rId2"/>
    <p:sldId id="262" r:id="rId3"/>
    <p:sldId id="263" r:id="rId4"/>
    <p:sldId id="258" r:id="rId5"/>
    <p:sldId id="279" r:id="rId6"/>
    <p:sldId id="259" r:id="rId7"/>
    <p:sldId id="275" r:id="rId8"/>
    <p:sldId id="276" r:id="rId9"/>
    <p:sldId id="260" r:id="rId10"/>
    <p:sldId id="277" r:id="rId11"/>
    <p:sldId id="269" r:id="rId12"/>
    <p:sldId id="274" r:id="rId13"/>
    <p:sldId id="280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07" autoAdjust="0"/>
  </p:normalViewPr>
  <p:slideViewPr>
    <p:cSldViewPr snapToGrid="0">
      <p:cViewPr varScale="1">
        <p:scale>
          <a:sx n="63" d="100"/>
          <a:sy n="63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27B0E-33CA-4183-B53C-4826B858AA38}" type="datetimeFigureOut">
              <a:rPr lang="fr-FR" smtClean="0"/>
              <a:t>06/08/2023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4F202-E110-4BC2-A896-EB5F25D736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91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96F097-BE11-43AE-B31F-1224F494EECC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209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473C4-7BD1-414A-9C3D-208F5482DDB0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25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B53E-3FEA-4F9A-A92E-AD199AED5BBF}" type="datetimeFigureOut">
              <a:rPr lang="fr-FR" smtClean="0"/>
              <a:t>06/08/2023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40C5-E56D-4C51-98EC-16F011C863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54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B53E-3FEA-4F9A-A92E-AD199AED5BBF}" type="datetimeFigureOut">
              <a:rPr lang="fr-FR" smtClean="0"/>
              <a:t>06/08/2023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40C5-E56D-4C51-98EC-16F011C863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16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F3EA5-292C-4331-BAB5-A6575F471254}" type="datetimeFigureOut">
              <a:rPr lang="fr-FR" smtClean="0"/>
              <a:t>06/08/2023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0781-3C42-4FAC-8567-5AC6747193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95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2" descr="D:\utilisateurs\u.canet1\Pictures\comnrens.png"/>
          <p:cNvPicPr>
            <a:picLocks noChangeAspect="1" noChangeArrowheads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57"/>
          <a:stretch/>
        </p:blipFill>
        <p:spPr bwMode="auto">
          <a:xfrm>
            <a:off x="88778" y="29854"/>
            <a:ext cx="736847" cy="1148705"/>
          </a:xfrm>
          <a:prstGeom prst="rect">
            <a:avLst/>
          </a:prstGeom>
          <a:noFill/>
          <a:effectLst>
            <a:outerShdw blurRad="50800" dist="635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M:\15-PUBLIC\5 - BOI\7_INS\00-Instruction générale\Logos unités\54RT.png"/>
          <p:cNvPicPr/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82447" y="102947"/>
            <a:ext cx="805180" cy="792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6"/>
          <p:cNvPicPr>
            <a:picLocks noChangeAspect="1" noChangeArrowheads="1"/>
          </p:cNvPicPr>
          <p:nvPr userDrawn="1"/>
        </p:nvPicPr>
        <p:blipFill>
          <a:blip r:embed="rId7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718" y="1274151"/>
            <a:ext cx="11050565" cy="5082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B53E-3FEA-4F9A-A92E-AD199AED5BBF}" type="datetimeFigureOut">
              <a:rPr lang="fr-FR" smtClean="0"/>
              <a:t>06/08/2023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F40C5-E56D-4C51-98EC-16F011C863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5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SEMAforce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Logiciel d’exploitation </a:t>
            </a:r>
            <a:r>
              <a:rPr lang="fr-FR" dirty="0"/>
              <a:t>de la base SEMAFORE.</a:t>
            </a:r>
          </a:p>
          <a:p>
            <a:endParaRPr lang="fr-FR" dirty="0"/>
          </a:p>
          <a:p>
            <a:r>
              <a:rPr lang="fr-FR" dirty="0" smtClean="0"/>
              <a:t>Lecture des PV de la base SEMAFORE</a:t>
            </a:r>
          </a:p>
          <a:p>
            <a:r>
              <a:rPr lang="fr-FR" dirty="0" smtClean="0"/>
              <a:t>Import des données capteurs (R3, COHORTE, DECODIO)</a:t>
            </a:r>
            <a:endParaRPr lang="fr-FR" dirty="0"/>
          </a:p>
          <a:p>
            <a:r>
              <a:rPr lang="fr-FR" dirty="0"/>
              <a:t>Génération </a:t>
            </a:r>
            <a:r>
              <a:rPr lang="fr-FR" dirty="0" smtClean="0"/>
              <a:t>d’</a:t>
            </a:r>
            <a:r>
              <a:rPr lang="fr-FR" dirty="0" err="1" smtClean="0"/>
              <a:t>extracts</a:t>
            </a:r>
            <a:r>
              <a:rPr lang="fr-FR" dirty="0" smtClean="0"/>
              <a:t> CSV et KML</a:t>
            </a:r>
          </a:p>
          <a:p>
            <a:r>
              <a:rPr lang="fr-FR" dirty="0" smtClean="0"/>
              <a:t>Visualisation des données</a:t>
            </a:r>
          </a:p>
          <a:p>
            <a:pPr lvl="1"/>
            <a:r>
              <a:rPr lang="fr-FR" dirty="0" smtClean="0"/>
              <a:t>Lecture des PV</a:t>
            </a:r>
          </a:p>
          <a:p>
            <a:pPr lvl="1"/>
            <a:r>
              <a:rPr lang="fr-FR" dirty="0" smtClean="0"/>
              <a:t>Cartographie</a:t>
            </a:r>
          </a:p>
          <a:p>
            <a:pPr lvl="1"/>
            <a:r>
              <a:rPr lang="fr-FR" dirty="0" smtClean="0"/>
              <a:t>Schéma réseau</a:t>
            </a:r>
          </a:p>
          <a:p>
            <a:pPr lvl="1"/>
            <a:r>
              <a:rPr lang="fr-FR" dirty="0" smtClean="0"/>
              <a:t>Statistiques</a:t>
            </a:r>
          </a:p>
          <a:p>
            <a:pPr lvl="1"/>
            <a:r>
              <a:rPr lang="fr-FR" dirty="0" smtClean="0"/>
              <a:t>Suivi des évènements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100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Recherche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399118" y="1690688"/>
            <a:ext cx="353888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Recherche multicritères</a:t>
            </a:r>
          </a:p>
          <a:p>
            <a:endParaRPr lang="fr-FR" dirty="0" smtClean="0"/>
          </a:p>
          <a:p>
            <a:r>
              <a:rPr lang="fr-FR" dirty="0" smtClean="0"/>
              <a:t>Recherche par zone géographique</a:t>
            </a:r>
          </a:p>
          <a:p>
            <a:endParaRPr lang="fr-FR" dirty="0"/>
          </a:p>
          <a:p>
            <a:r>
              <a:rPr lang="fr-FR" dirty="0" smtClean="0"/>
              <a:t>Recherche par notes utilisateurs (texte note, catégorie, drapeau)</a:t>
            </a:r>
          </a:p>
          <a:p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90688"/>
            <a:ext cx="804241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9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Affichage des PV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399118" y="1690688"/>
            <a:ext cx="3538882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Sélection des PV à afficher</a:t>
            </a:r>
          </a:p>
          <a:p>
            <a:endParaRPr lang="fr-FR" dirty="0"/>
          </a:p>
          <a:p>
            <a:r>
              <a:rPr lang="fr-FR" dirty="0" smtClean="0"/>
              <a:t>Filtres </a:t>
            </a:r>
            <a:r>
              <a:rPr lang="fr-FR" dirty="0"/>
              <a:t>sur les </a:t>
            </a:r>
            <a:r>
              <a:rPr lang="fr-FR" dirty="0" smtClean="0"/>
              <a:t>caractéristiques des alternats</a:t>
            </a:r>
            <a:endParaRPr lang="fr-FR" dirty="0"/>
          </a:p>
          <a:p>
            <a:endParaRPr lang="fr-FR" dirty="0"/>
          </a:p>
          <a:p>
            <a:r>
              <a:rPr lang="fr-FR" dirty="0"/>
              <a:t>Outil de recherche/filtre rapide</a:t>
            </a:r>
          </a:p>
          <a:p>
            <a:endParaRPr lang="fr-FR" dirty="0" smtClean="0"/>
          </a:p>
          <a:p>
            <a:r>
              <a:rPr lang="fr-FR" dirty="0" smtClean="0"/>
              <a:t>Affectation d’une note (texte, catégorie, et/ou drapeau) à un PV</a:t>
            </a:r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/>
              <a:t>Les alternats affichés dans l’onglet PV sont répercutés dans les autres onglets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87923"/>
            <a:ext cx="8046720" cy="51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Cartographie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8399118" y="1690688"/>
            <a:ext cx="353888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Affichage des relevés radiogoniométriques des alternats sélectionnés</a:t>
            </a:r>
          </a:p>
          <a:p>
            <a:endParaRPr lang="fr-FR" dirty="0"/>
          </a:p>
          <a:p>
            <a:r>
              <a:rPr lang="fr-FR" dirty="0" smtClean="0"/>
              <a:t>Curseur « </a:t>
            </a:r>
            <a:r>
              <a:rPr lang="fr-FR" dirty="0" err="1" smtClean="0"/>
              <a:t>timeline</a:t>
            </a:r>
            <a:r>
              <a:rPr lang="fr-FR" dirty="0" smtClean="0"/>
              <a:t> » pour faire défiler ou cumuler les relevés dans le temps</a:t>
            </a:r>
          </a:p>
          <a:p>
            <a:endParaRPr lang="fr-FR" dirty="0" smtClean="0"/>
          </a:p>
          <a:p>
            <a:r>
              <a:rPr lang="fr-FR" dirty="0" smtClean="0"/>
              <a:t>Détecte </a:t>
            </a:r>
            <a:r>
              <a:rPr lang="fr-FR" dirty="0"/>
              <a:t>les relevés </a:t>
            </a:r>
            <a:r>
              <a:rPr lang="fr-FR" dirty="0" smtClean="0"/>
              <a:t>dans les commentaires des PV (format R3 ou </a:t>
            </a:r>
            <a:r>
              <a:rPr lang="fr-FR" dirty="0"/>
              <a:t>coordonnées MGRS + </a:t>
            </a:r>
            <a:r>
              <a:rPr lang="fr-FR" dirty="0" smtClean="0"/>
              <a:t>AZM)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Affichage/copie des coordonnées en MGRS ou latitude/longitude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87922"/>
            <a:ext cx="8046720" cy="51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" y="1416369"/>
            <a:ext cx="4626797" cy="2972751"/>
          </a:xfrm>
          <a:prstGeom prst="rect">
            <a:avLst/>
          </a:prstGeom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Cartographie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168640" y="1690688"/>
            <a:ext cx="3769360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Visualisation des fichiers importés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Sélection des fichiers à prendre en compte</a:t>
            </a:r>
          </a:p>
          <a:p>
            <a:endParaRPr lang="fr-FR" dirty="0"/>
          </a:p>
          <a:p>
            <a:r>
              <a:rPr lang="fr-FR" dirty="0" smtClean="0"/>
              <a:t>Filtres de sélection des relevés</a:t>
            </a:r>
          </a:p>
          <a:p>
            <a:endParaRPr lang="fr-FR" dirty="0"/>
          </a:p>
          <a:p>
            <a:r>
              <a:rPr lang="fr-FR" dirty="0" smtClean="0"/>
              <a:t>Export KML des </a:t>
            </a:r>
            <a:r>
              <a:rPr lang="fr-FR" dirty="0" smtClean="0"/>
              <a:t>relevés</a:t>
            </a:r>
          </a:p>
          <a:p>
            <a:endParaRPr lang="fr-FR" dirty="0" smtClean="0"/>
          </a:p>
          <a:p>
            <a:r>
              <a:rPr lang="fr-FR" dirty="0" smtClean="0"/>
              <a:t>Affichage de l’activité VUHF</a:t>
            </a:r>
          </a:p>
          <a:p>
            <a:endParaRPr lang="fr-FR" dirty="0" smtClean="0"/>
          </a:p>
          <a:p>
            <a:r>
              <a:rPr lang="fr-FR" dirty="0" smtClean="0"/>
              <a:t>Fréquence, gamme, indicatif, capteur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Toile d’indicatifs</a:t>
            </a:r>
          </a:p>
          <a:p>
            <a:endParaRPr lang="fr-FR" dirty="0" smtClean="0"/>
          </a:p>
          <a:p>
            <a:r>
              <a:rPr lang="fr-FR" smtClean="0"/>
              <a:t>Carte de chaleur</a:t>
            </a:r>
            <a:endParaRPr lang="fr-FR" dirty="0" smtClean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0797" y="4389120"/>
            <a:ext cx="3099824" cy="2501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626" y="4701148"/>
            <a:ext cx="3833544" cy="2064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062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Schéma réseau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399118" y="1690688"/>
            <a:ext cx="353888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Curseur </a:t>
            </a:r>
            <a:r>
              <a:rPr lang="fr-FR" dirty="0"/>
              <a:t>« </a:t>
            </a:r>
            <a:r>
              <a:rPr lang="fr-FR" dirty="0" err="1"/>
              <a:t>timeline</a:t>
            </a:r>
            <a:r>
              <a:rPr lang="fr-FR" dirty="0"/>
              <a:t> </a:t>
            </a:r>
            <a:r>
              <a:rPr lang="fr-FR" dirty="0" smtClean="0"/>
              <a:t>»</a:t>
            </a:r>
          </a:p>
          <a:p>
            <a:endParaRPr lang="fr-FR" dirty="0"/>
          </a:p>
          <a:p>
            <a:r>
              <a:rPr lang="fr-FR" dirty="0" smtClean="0"/>
              <a:t>Edition manuelle du schéma</a:t>
            </a:r>
          </a:p>
          <a:p>
            <a:endParaRPr lang="fr-FR" dirty="0"/>
          </a:p>
          <a:p>
            <a:r>
              <a:rPr lang="fr-FR" dirty="0" smtClean="0"/>
              <a:t>Export image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90688"/>
            <a:ext cx="804241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9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Statistiques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399118" y="1690688"/>
            <a:ext cx="353888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Analyse temporelle de l’activité</a:t>
            </a:r>
          </a:p>
          <a:p>
            <a:endParaRPr lang="fr-FR" dirty="0" smtClean="0"/>
          </a:p>
          <a:p>
            <a:r>
              <a:rPr lang="fr-FR" dirty="0" smtClean="0"/>
              <a:t>Evolution de l’activité, détection des récurrences, éléments les plus actifs</a:t>
            </a:r>
          </a:p>
          <a:p>
            <a:endParaRPr lang="fr-FR" dirty="0" smtClean="0"/>
          </a:p>
          <a:p>
            <a:r>
              <a:rPr lang="fr-FR" dirty="0" smtClean="0"/>
              <a:t>Graphiques en séries par fréquences, indicatifs, langues, capteur</a:t>
            </a:r>
          </a:p>
          <a:p>
            <a:endParaRPr lang="fr-FR" dirty="0"/>
          </a:p>
          <a:p>
            <a:r>
              <a:rPr lang="fr-FR" dirty="0" smtClean="0"/>
              <a:t>Export image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90688"/>
            <a:ext cx="778963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7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Evènements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399118" y="1690688"/>
            <a:ext cx="353888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Evènements créés par l’utilisateur</a:t>
            </a:r>
          </a:p>
          <a:p>
            <a:endParaRPr lang="fr-FR" dirty="0" smtClean="0"/>
          </a:p>
          <a:p>
            <a:r>
              <a:rPr lang="fr-FR" dirty="0" smtClean="0"/>
              <a:t>Visualisation sur carte et frise chronologique</a:t>
            </a:r>
          </a:p>
          <a:p>
            <a:endParaRPr lang="fr-FR" dirty="0"/>
          </a:p>
          <a:p>
            <a:r>
              <a:rPr lang="fr-FR" dirty="0" smtClean="0"/>
              <a:t>Import / export au format CSV</a:t>
            </a:r>
          </a:p>
          <a:p>
            <a:endParaRPr lang="fr-FR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73917"/>
            <a:ext cx="7814918" cy="518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64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Imports et </a:t>
            </a:r>
            <a:r>
              <a:rPr lang="fr-FR" dirty="0" err="1" smtClean="0"/>
              <a:t>extracts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8399117" y="1690688"/>
            <a:ext cx="3606615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/>
              <a:t>Exports de données</a:t>
            </a:r>
            <a:endParaRPr lang="fr-FR" b="1" dirty="0"/>
          </a:p>
          <a:p>
            <a:endParaRPr lang="fr-FR" dirty="0" smtClean="0"/>
          </a:p>
          <a:p>
            <a:r>
              <a:rPr lang="fr-FR" dirty="0" err="1" smtClean="0"/>
              <a:t>Extracts</a:t>
            </a:r>
            <a:r>
              <a:rPr lang="fr-FR" dirty="0" smtClean="0"/>
              <a:t> courants nécessaires aux productions élaborées</a:t>
            </a:r>
          </a:p>
          <a:p>
            <a:r>
              <a:rPr lang="fr-FR" dirty="0" err="1" smtClean="0"/>
              <a:t>Extracts</a:t>
            </a:r>
            <a:r>
              <a:rPr lang="fr-FR" dirty="0" smtClean="0"/>
              <a:t> de données brutes CSV et KML</a:t>
            </a:r>
          </a:p>
          <a:p>
            <a:endParaRPr lang="fr-FR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8399117" y="3995678"/>
            <a:ext cx="360661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/>
              <a:t>Imports de fichiers</a:t>
            </a:r>
          </a:p>
          <a:p>
            <a:endParaRPr lang="fr-FR" dirty="0" smtClean="0"/>
          </a:p>
          <a:p>
            <a:r>
              <a:rPr lang="fr-FR" dirty="0" smtClean="0"/>
              <a:t>Support des données issues des capteurs et un format facile à créer manuellement</a:t>
            </a:r>
          </a:p>
          <a:p>
            <a:endParaRPr lang="fr-FR" dirty="0" smtClean="0"/>
          </a:p>
          <a:p>
            <a:r>
              <a:rPr lang="fr-FR" dirty="0" smtClean="0"/>
              <a:t>- Visualisation dans les outils </a:t>
            </a:r>
            <a:r>
              <a:rPr lang="fr-FR" dirty="0" err="1" smtClean="0"/>
              <a:t>carto</a:t>
            </a:r>
            <a:r>
              <a:rPr lang="fr-FR" dirty="0"/>
              <a:t> </a:t>
            </a:r>
            <a:r>
              <a:rPr lang="fr-FR" dirty="0" smtClean="0"/>
              <a:t>et statistiques</a:t>
            </a:r>
            <a:endParaRPr lang="fr-FR" dirty="0"/>
          </a:p>
          <a:p>
            <a:r>
              <a:rPr lang="fr-FR" dirty="0" smtClean="0"/>
              <a:t>- Export des données vers un d’autres formats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90688"/>
            <a:ext cx="804241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9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Notifications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40560" y="1690688"/>
            <a:ext cx="2489472" cy="975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323" y="2895536"/>
            <a:ext cx="5334007" cy="3716220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8399118" y="1690688"/>
            <a:ext cx="353888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mtClean="0"/>
              <a:t>Détection </a:t>
            </a:r>
            <a:r>
              <a:rPr lang="fr-FR" dirty="0" smtClean="0"/>
              <a:t>continue des PV correspondants aux critères mis en surveillance</a:t>
            </a:r>
            <a:endParaRPr lang="fr-FR" dirty="0"/>
          </a:p>
          <a:p>
            <a:endParaRPr lang="fr-FR" dirty="0" smtClean="0"/>
          </a:p>
          <a:p>
            <a:r>
              <a:rPr lang="fr-FR" dirty="0" smtClean="0"/>
              <a:t>Plage de fréquence, indicatif, symbolisation, discursif, zone géographique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4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48713" y="1277267"/>
            <a:ext cx="3840686" cy="202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48713" y="3398520"/>
            <a:ext cx="2367658" cy="182426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Fichiers générés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5310352" cy="4351338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fr-FR" sz="1600" b="1" dirty="0"/>
              <a:t>Etude Gamme et </a:t>
            </a:r>
            <a:r>
              <a:rPr lang="fr-FR" sz="1600" b="1" dirty="0" smtClean="0"/>
              <a:t>FRQ</a:t>
            </a:r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Nuage </a:t>
            </a:r>
            <a:r>
              <a:rPr lang="fr-FR" sz="1600" dirty="0"/>
              <a:t>de points représentant l’activité VUHF, en attribuant une couleur à chaque </a:t>
            </a:r>
            <a:r>
              <a:rPr lang="fr-FR" sz="1600" dirty="0" smtClean="0"/>
              <a:t>gamme ou fréquence.</a:t>
            </a:r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pPr marL="285750" indent="-285750">
              <a:buFontTx/>
              <a:buChar char="-"/>
            </a:pPr>
            <a:r>
              <a:rPr lang="fr-FR" sz="1600" b="1" dirty="0" smtClean="0"/>
              <a:t>Relevés radiogoniométriques</a:t>
            </a:r>
            <a:endParaRPr lang="fr-FR" sz="1600" b="1" dirty="0"/>
          </a:p>
          <a:p>
            <a:pPr marL="0" indent="0">
              <a:buNone/>
            </a:pPr>
            <a:r>
              <a:rPr lang="fr-FR" sz="1600" dirty="0" smtClean="0"/>
              <a:t>Représentation des relevés, chaque relevé comprenant GDH, fréquence, indicatif, déviation, …</a:t>
            </a:r>
          </a:p>
          <a:p>
            <a:pPr marL="0" indent="0">
              <a:buNone/>
            </a:pPr>
            <a:endParaRPr lang="fr-FR" sz="1600" dirty="0" smtClean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285750" indent="-285750">
              <a:buFontTx/>
              <a:buChar char="-"/>
            </a:pPr>
            <a:r>
              <a:rPr lang="fr-FR" sz="1600" b="1" dirty="0"/>
              <a:t>Localisation de l’activité VUHF</a:t>
            </a:r>
          </a:p>
          <a:p>
            <a:pPr marL="0" indent="0">
              <a:buNone/>
            </a:pPr>
            <a:r>
              <a:rPr lang="fr-FR" sz="1600" dirty="0"/>
              <a:t>Nuage de points localisant l’activité des fréquences, indicatifs, langues, capteurs, symbolisations, …</a:t>
            </a:r>
          </a:p>
          <a:p>
            <a:pPr marL="0" indent="0">
              <a:buNone/>
            </a:pPr>
            <a:endParaRPr lang="fr-FR" sz="16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54076" y="4693920"/>
            <a:ext cx="2509825" cy="21640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8552" y="5414687"/>
            <a:ext cx="3261862" cy="144331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074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2616" y="1432700"/>
            <a:ext cx="5240740" cy="70993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2617" y="2599634"/>
            <a:ext cx="4551039" cy="710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1" t="2000" r="23759" b="159"/>
          <a:stretch/>
        </p:blipFill>
        <p:spPr>
          <a:xfrm>
            <a:off x="1582616" y="3963369"/>
            <a:ext cx="3302758" cy="20830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ZoneTexte 5"/>
          <p:cNvSpPr txBox="1"/>
          <p:nvPr/>
        </p:nvSpPr>
        <p:spPr>
          <a:xfrm>
            <a:off x="1588952" y="2143769"/>
            <a:ext cx="364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Détection des dégagements de fréquence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561656" y="3309902"/>
            <a:ext cx="3643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Détection des appels multiples et collectifs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561656" y="6046391"/>
            <a:ext cx="3643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Tableau d’activité horaire, hebdo, mensuel</a:t>
            </a:r>
          </a:p>
          <a:p>
            <a:r>
              <a:rPr lang="fr-FR" sz="1400" dirty="0" smtClean="0"/>
              <a:t>Activité des fréquences, indicatifs, réseaux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131" y="1432700"/>
            <a:ext cx="2295525" cy="1019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3063" y="2976011"/>
            <a:ext cx="4342593" cy="887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ZoneTexte 10"/>
          <p:cNvSpPr txBox="1"/>
          <p:nvPr/>
        </p:nvSpPr>
        <p:spPr>
          <a:xfrm>
            <a:off x="10088806" y="2449107"/>
            <a:ext cx="78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FITEC 2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9943657" y="3846326"/>
            <a:ext cx="78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FITEC 5</a:t>
            </a: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301" y="4461880"/>
            <a:ext cx="5315315" cy="7416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ZoneTexte 13"/>
          <p:cNvSpPr txBox="1"/>
          <p:nvPr/>
        </p:nvSpPr>
        <p:spPr>
          <a:xfrm>
            <a:off x="8828196" y="5152192"/>
            <a:ext cx="2230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Export brut des alternats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1301" y="5861606"/>
            <a:ext cx="5294355" cy="636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ZoneTexte 15"/>
          <p:cNvSpPr txBox="1"/>
          <p:nvPr/>
        </p:nvSpPr>
        <p:spPr>
          <a:xfrm>
            <a:off x="8232752" y="6482998"/>
            <a:ext cx="2998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Tableau récapitulatif des réseaux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Fichiers générés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568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SEMAforce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Seul outil d’exploitation pour les analystes ROEM</a:t>
            </a:r>
          </a:p>
          <a:p>
            <a:r>
              <a:rPr lang="fr-FR" dirty="0" smtClean="0"/>
              <a:t>Prise en charge des PV et données issues des capteurs</a:t>
            </a:r>
          </a:p>
          <a:p>
            <a:r>
              <a:rPr lang="fr-FR" dirty="0" smtClean="0"/>
              <a:t>Sélection fine des données et visualisation immédiate</a:t>
            </a:r>
          </a:p>
          <a:p>
            <a:r>
              <a:rPr lang="fr-FR" dirty="0" smtClean="0"/>
              <a:t>Outil souple en import et export des données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882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415</Words>
  <Application>Microsoft Office PowerPoint</Application>
  <PresentationFormat>Grand écran</PresentationFormat>
  <Paragraphs>117</Paragraphs>
  <Slides>13</Slides>
  <Notes>2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SEMAforce</vt:lpstr>
      <vt:lpstr>Recherche</vt:lpstr>
      <vt:lpstr>Affichage des PV</vt:lpstr>
      <vt:lpstr>Cartographie</vt:lpstr>
      <vt:lpstr>Cartographie</vt:lpstr>
      <vt:lpstr>Schéma réseau</vt:lpstr>
      <vt:lpstr>Statistiques</vt:lpstr>
      <vt:lpstr>Evènements</vt:lpstr>
      <vt:lpstr>Imports et extracts</vt:lpstr>
      <vt:lpstr>Notifications</vt:lpstr>
      <vt:lpstr>Fichiers générés</vt:lpstr>
      <vt:lpstr>Fichiers générés</vt:lpstr>
      <vt:lpstr>SEMAforce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Marty</dc:creator>
  <cp:lastModifiedBy>Marty</cp:lastModifiedBy>
  <cp:revision>159</cp:revision>
  <dcterms:created xsi:type="dcterms:W3CDTF">2022-10-10T13:16:12Z</dcterms:created>
  <dcterms:modified xsi:type="dcterms:W3CDTF">2023-08-06T08:01:49Z</dcterms:modified>
</cp:coreProperties>
</file>